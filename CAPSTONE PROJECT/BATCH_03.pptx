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4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307" r:id="rId3"/>
    <p:sldId id="291" r:id="rId4"/>
    <p:sldId id="283" r:id="rId5"/>
    <p:sldId id="313" r:id="rId6"/>
    <p:sldId id="314" r:id="rId7"/>
    <p:sldId id="309" r:id="rId8"/>
    <p:sldId id="310" r:id="rId9"/>
    <p:sldId id="311" r:id="rId10"/>
    <p:sldId id="316" r:id="rId11"/>
    <p:sldId id="317" r:id="rId12"/>
    <p:sldId id="312" r:id="rId13"/>
    <p:sldId id="315" r:id="rId14"/>
    <p:sldId id="318" r:id="rId15"/>
    <p:sldId id="3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0288E-EF3D-437E-8BF2-9DA9C6E861C1}" v="24" dt="2026-08-30T12:35:46.51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 Reddy" userId="71d8719d3e70bd22" providerId="LiveId" clId="{CA2B9327-E066-484A-AB44-AF0C0A210F06}"/>
    <pc:docChg chg="undo custSel addSld delSld modSld sldOrd">
      <pc:chgData name="Jahnavi Reddy" userId="71d8719d3e70bd22" providerId="LiveId" clId="{CA2B9327-E066-484A-AB44-AF0C0A210F06}" dt="2026-08-30T12:35:55.985" v="486" actId="1076"/>
      <pc:docMkLst>
        <pc:docMk/>
      </pc:docMkLst>
      <pc:sldChg chg="modSp mod">
        <pc:chgData name="Jahnavi Reddy" userId="71d8719d3e70bd22" providerId="LiveId" clId="{CA2B9327-E066-484A-AB44-AF0C0A210F06}" dt="2026-08-29T08:37:46.816" v="99" actId="20577"/>
        <pc:sldMkLst>
          <pc:docMk/>
          <pc:sldMk cId="0" sldId="259"/>
        </pc:sldMkLst>
        <pc:spChg chg="mod">
          <ac:chgData name="Jahnavi Reddy" userId="71d8719d3e70bd22" providerId="LiveId" clId="{CA2B9327-E066-484A-AB44-AF0C0A210F06}" dt="2026-08-29T08:37:46.816" v="99" actId="20577"/>
          <ac:spMkLst>
            <pc:docMk/>
            <pc:sldMk cId="0" sldId="259"/>
            <ac:spMk id="5" creationId="{00000000-0000-0000-0000-000000000000}"/>
          </ac:spMkLst>
        </pc:spChg>
      </pc:sldChg>
      <pc:sldChg chg="addSp delSp modSp mod">
        <pc:chgData name="Jahnavi Reddy" userId="71d8719d3e70bd22" providerId="LiveId" clId="{CA2B9327-E066-484A-AB44-AF0C0A210F06}" dt="2026-08-30T12:16:48.295" v="199" actId="14100"/>
        <pc:sldMkLst>
          <pc:docMk/>
          <pc:sldMk cId="4082278041" sldId="283"/>
        </pc:sldMkLst>
        <pc:spChg chg="mod">
          <ac:chgData name="Jahnavi Reddy" userId="71d8719d3e70bd22" providerId="LiveId" clId="{CA2B9327-E066-484A-AB44-AF0C0A210F06}" dt="2026-08-30T12:09:49.493" v="167" actId="1076"/>
          <ac:spMkLst>
            <pc:docMk/>
            <pc:sldMk cId="4082278041" sldId="283"/>
            <ac:spMk id="7" creationId="{A74BF758-6663-5913-D4E6-87DBD7801759}"/>
          </ac:spMkLst>
        </pc:spChg>
        <pc:picChg chg="add del mod">
          <ac:chgData name="Jahnavi Reddy" userId="71d8719d3e70bd22" providerId="LiveId" clId="{CA2B9327-E066-484A-AB44-AF0C0A210F06}" dt="2026-08-30T12:16:32.008" v="193" actId="478"/>
          <ac:picMkLst>
            <pc:docMk/>
            <pc:sldMk cId="4082278041" sldId="283"/>
            <ac:picMk id="3" creationId="{8E973B7A-CDC1-6B5F-2ABF-C2F85E2044CC}"/>
          </ac:picMkLst>
        </pc:picChg>
        <pc:picChg chg="add mod">
          <ac:chgData name="Jahnavi Reddy" userId="71d8719d3e70bd22" providerId="LiveId" clId="{CA2B9327-E066-484A-AB44-AF0C0A210F06}" dt="2026-08-30T12:16:48.295" v="199" actId="14100"/>
          <ac:picMkLst>
            <pc:docMk/>
            <pc:sldMk cId="4082278041" sldId="283"/>
            <ac:picMk id="6" creationId="{4B2E686D-CAEB-C52E-4A56-51509D261086}"/>
          </ac:picMkLst>
        </pc:picChg>
        <pc:picChg chg="del">
          <ac:chgData name="Jahnavi Reddy" userId="71d8719d3e70bd22" providerId="LiveId" clId="{CA2B9327-E066-484A-AB44-AF0C0A210F06}" dt="2026-08-30T12:09:26.064" v="163" actId="478"/>
          <ac:picMkLst>
            <pc:docMk/>
            <pc:sldMk cId="4082278041" sldId="283"/>
            <ac:picMk id="6" creationId="{D7EFDC2C-A00E-FA83-DFE2-E43BF5CCBAA7}"/>
          </ac:picMkLst>
        </pc:picChg>
      </pc:sldChg>
      <pc:sldChg chg="addSp delSp modSp mod">
        <pc:chgData name="Jahnavi Reddy" userId="71d8719d3e70bd22" providerId="LiveId" clId="{CA2B9327-E066-484A-AB44-AF0C0A210F06}" dt="2026-08-30T12:06:39.513" v="158" actId="14100"/>
        <pc:sldMkLst>
          <pc:docMk/>
          <pc:sldMk cId="785390887" sldId="291"/>
        </pc:sldMkLst>
        <pc:spChg chg="mod">
          <ac:chgData name="Jahnavi Reddy" userId="71d8719d3e70bd22" providerId="LiveId" clId="{CA2B9327-E066-484A-AB44-AF0C0A210F06}" dt="2026-08-30T12:03:06.049" v="147" actId="14100"/>
          <ac:spMkLst>
            <pc:docMk/>
            <pc:sldMk cId="785390887" sldId="291"/>
            <ac:spMk id="8" creationId="{BE0EDC05-E64D-B187-F795-B69C5DDBCECB}"/>
          </ac:spMkLst>
        </pc:spChg>
        <pc:picChg chg="del">
          <ac:chgData name="Jahnavi Reddy" userId="71d8719d3e70bd22" providerId="LiveId" clId="{CA2B9327-E066-484A-AB44-AF0C0A210F06}" dt="2026-08-30T12:01:51.935" v="141" actId="478"/>
          <ac:picMkLst>
            <pc:docMk/>
            <pc:sldMk cId="785390887" sldId="291"/>
            <ac:picMk id="2" creationId="{9790A240-358B-17FE-4299-D96E7950E330}"/>
          </ac:picMkLst>
        </pc:picChg>
        <pc:picChg chg="add mod modCrop">
          <ac:chgData name="Jahnavi Reddy" userId="71d8719d3e70bd22" providerId="LiveId" clId="{CA2B9327-E066-484A-AB44-AF0C0A210F06}" dt="2026-08-30T12:06:39.513" v="158" actId="14100"/>
          <ac:picMkLst>
            <pc:docMk/>
            <pc:sldMk cId="785390887" sldId="291"/>
            <ac:picMk id="6" creationId="{3FC57D64-BEB7-20CE-7FBF-AC4658BB1523}"/>
          </ac:picMkLst>
        </pc:picChg>
      </pc:sldChg>
      <pc:sldChg chg="addSp delSp modSp mod">
        <pc:chgData name="Jahnavi Reddy" userId="71d8719d3e70bd22" providerId="LiveId" clId="{CA2B9327-E066-484A-AB44-AF0C0A210F06}" dt="2026-08-30T12:01:42.872" v="140" actId="1076"/>
        <pc:sldMkLst>
          <pc:docMk/>
          <pc:sldMk cId="2465927615" sldId="307"/>
        </pc:sldMkLst>
        <pc:spChg chg="add del mod">
          <ac:chgData name="Jahnavi Reddy" userId="71d8719d3e70bd22" providerId="LiveId" clId="{CA2B9327-E066-484A-AB44-AF0C0A210F06}" dt="2026-08-30T12:00:23.092" v="124" actId="22"/>
          <ac:spMkLst>
            <pc:docMk/>
            <pc:sldMk cId="2465927615" sldId="307"/>
            <ac:spMk id="7" creationId="{FA02C2A3-74B3-8B42-F0CE-E78718EFCC21}"/>
          </ac:spMkLst>
        </pc:spChg>
        <pc:spChg chg="mod">
          <ac:chgData name="Jahnavi Reddy" userId="71d8719d3e70bd22" providerId="LiveId" clId="{CA2B9327-E066-484A-AB44-AF0C0A210F06}" dt="2026-08-30T11:54:49.600" v="116" actId="1076"/>
          <ac:spMkLst>
            <pc:docMk/>
            <pc:sldMk cId="2465927615" sldId="307"/>
            <ac:spMk id="8" creationId="{2FCC9CA0-F155-2A91-3908-6B6BC9E3C864}"/>
          </ac:spMkLst>
        </pc:spChg>
        <pc:picChg chg="del">
          <ac:chgData name="Jahnavi Reddy" userId="71d8719d3e70bd22" providerId="LiveId" clId="{CA2B9327-E066-484A-AB44-AF0C0A210F06}" dt="2026-08-30T11:59:42.541" v="117" actId="478"/>
          <ac:picMkLst>
            <pc:docMk/>
            <pc:sldMk cId="2465927615" sldId="307"/>
            <ac:picMk id="3" creationId="{7156DA41-15C5-1EE6-9A4F-354E9246C1BE}"/>
          </ac:picMkLst>
        </pc:picChg>
        <pc:picChg chg="add mod modCrop">
          <ac:chgData name="Jahnavi Reddy" userId="71d8719d3e70bd22" providerId="LiveId" clId="{CA2B9327-E066-484A-AB44-AF0C0A210F06}" dt="2026-08-30T12:01:42.872" v="140" actId="1076"/>
          <ac:picMkLst>
            <pc:docMk/>
            <pc:sldMk cId="2465927615" sldId="307"/>
            <ac:picMk id="11" creationId="{BCCD78E6-BDE7-D62E-ABC0-7D3E97A3D0A2}"/>
          </ac:picMkLst>
        </pc:picChg>
      </pc:sldChg>
      <pc:sldChg chg="addSp delSp modSp mod">
        <pc:chgData name="Jahnavi Reddy" userId="71d8719d3e70bd22" providerId="LiveId" clId="{CA2B9327-E066-484A-AB44-AF0C0A210F06}" dt="2026-08-30T12:22:20.279" v="325" actId="14100"/>
        <pc:sldMkLst>
          <pc:docMk/>
          <pc:sldMk cId="3710825587" sldId="309"/>
        </pc:sldMkLst>
        <pc:spChg chg="mod">
          <ac:chgData name="Jahnavi Reddy" userId="71d8719d3e70bd22" providerId="LiveId" clId="{CA2B9327-E066-484A-AB44-AF0C0A210F06}" dt="2026-08-30T12:19:44.899" v="296" actId="14100"/>
          <ac:spMkLst>
            <pc:docMk/>
            <pc:sldMk cId="3710825587" sldId="309"/>
            <ac:spMk id="9" creationId="{D6163497-047F-7A50-CDD9-8506105D34F5}"/>
          </ac:spMkLst>
        </pc:spChg>
        <pc:spChg chg="mod">
          <ac:chgData name="Jahnavi Reddy" userId="71d8719d3e70bd22" providerId="LiveId" clId="{CA2B9327-E066-484A-AB44-AF0C0A210F06}" dt="2026-08-30T12:22:20.279" v="325" actId="14100"/>
          <ac:spMkLst>
            <pc:docMk/>
            <pc:sldMk cId="3710825587" sldId="309"/>
            <ac:spMk id="11" creationId="{027D4992-D675-4B65-BA9C-8F4987E032E1}"/>
          </ac:spMkLst>
        </pc:spChg>
        <pc:picChg chg="add mod modCrop">
          <ac:chgData name="Jahnavi Reddy" userId="71d8719d3e70bd22" providerId="LiveId" clId="{CA2B9327-E066-484A-AB44-AF0C0A210F06}" dt="2026-08-29T08:14:28.535" v="21" actId="1076"/>
          <ac:picMkLst>
            <pc:docMk/>
            <pc:sldMk cId="3710825587" sldId="309"/>
            <ac:picMk id="4" creationId="{D02253B5-4802-C105-5F7D-63FCFFE32973}"/>
          </ac:picMkLst>
        </pc:picChg>
        <pc:picChg chg="del">
          <ac:chgData name="Jahnavi Reddy" userId="71d8719d3e70bd22" providerId="LiveId" clId="{CA2B9327-E066-484A-AB44-AF0C0A210F06}" dt="2026-08-29T08:13:47.275" v="11" actId="478"/>
          <ac:picMkLst>
            <pc:docMk/>
            <pc:sldMk cId="3710825587" sldId="309"/>
            <ac:picMk id="12" creationId="{F26AD063-4CD5-1538-1045-94E5C0908E4C}"/>
          </ac:picMkLst>
        </pc:picChg>
      </pc:sldChg>
      <pc:sldChg chg="addSp delSp modSp mod">
        <pc:chgData name="Jahnavi Reddy" userId="71d8719d3e70bd22" providerId="LiveId" clId="{CA2B9327-E066-484A-AB44-AF0C0A210F06}" dt="2026-08-30T12:23:59.785" v="344" actId="1076"/>
        <pc:sldMkLst>
          <pc:docMk/>
          <pc:sldMk cId="3628921794" sldId="310"/>
        </pc:sldMkLst>
        <pc:spChg chg="mod">
          <ac:chgData name="Jahnavi Reddy" userId="71d8719d3e70bd22" providerId="LiveId" clId="{CA2B9327-E066-484A-AB44-AF0C0A210F06}" dt="2026-08-30T12:20:42.629" v="302" actId="1076"/>
          <ac:spMkLst>
            <pc:docMk/>
            <pc:sldMk cId="3628921794" sldId="310"/>
            <ac:spMk id="12" creationId="{4F9A9118-095D-7EE6-A8FA-47F2D875A0CE}"/>
          </ac:spMkLst>
        </pc:spChg>
        <pc:spChg chg="mod">
          <ac:chgData name="Jahnavi Reddy" userId="71d8719d3e70bd22" providerId="LiveId" clId="{CA2B9327-E066-484A-AB44-AF0C0A210F06}" dt="2026-08-30T12:23:59.785" v="344" actId="1076"/>
          <ac:spMkLst>
            <pc:docMk/>
            <pc:sldMk cId="3628921794" sldId="310"/>
            <ac:spMk id="14" creationId="{6F512948-64EE-A175-AF49-4519CE3933A4}"/>
          </ac:spMkLst>
        </pc:spChg>
        <pc:picChg chg="add mod">
          <ac:chgData name="Jahnavi Reddy" userId="71d8719d3e70bd22" providerId="LiveId" clId="{CA2B9327-E066-484A-AB44-AF0C0A210F06}" dt="2026-08-30T12:23:17.121" v="333" actId="14100"/>
          <ac:picMkLst>
            <pc:docMk/>
            <pc:sldMk cId="3628921794" sldId="310"/>
            <ac:picMk id="4" creationId="{64FC89BD-2A46-2621-9CF4-F5B86A5F316E}"/>
          </ac:picMkLst>
        </pc:picChg>
        <pc:picChg chg="del">
          <ac:chgData name="Jahnavi Reddy" userId="71d8719d3e70bd22" providerId="LiveId" clId="{CA2B9327-E066-484A-AB44-AF0C0A210F06}" dt="2026-08-29T08:15:54.702" v="22" actId="478"/>
          <ac:picMkLst>
            <pc:docMk/>
            <pc:sldMk cId="3628921794" sldId="310"/>
            <ac:picMk id="15" creationId="{E953CEFC-496C-070D-97E3-2E3265B668AC}"/>
          </ac:picMkLst>
        </pc:picChg>
      </pc:sldChg>
      <pc:sldChg chg="addSp delSp modSp mod">
        <pc:chgData name="Jahnavi Reddy" userId="71d8719d3e70bd22" providerId="LiveId" clId="{CA2B9327-E066-484A-AB44-AF0C0A210F06}" dt="2026-08-30T12:25:04.535" v="353" actId="1076"/>
        <pc:sldMkLst>
          <pc:docMk/>
          <pc:sldMk cId="750874085" sldId="311"/>
        </pc:sldMkLst>
        <pc:spChg chg="mod">
          <ac:chgData name="Jahnavi Reddy" userId="71d8719d3e70bd22" providerId="LiveId" clId="{CA2B9327-E066-484A-AB44-AF0C0A210F06}" dt="2026-08-30T12:25:04.535" v="353" actId="1076"/>
          <ac:spMkLst>
            <pc:docMk/>
            <pc:sldMk cId="750874085" sldId="311"/>
            <ac:spMk id="8" creationId="{64ECD667-E2E6-A8A5-830E-8D8FC66A7CAA}"/>
          </ac:spMkLst>
        </pc:spChg>
        <pc:spChg chg="mod">
          <ac:chgData name="Jahnavi Reddy" userId="71d8719d3e70bd22" providerId="LiveId" clId="{CA2B9327-E066-484A-AB44-AF0C0A210F06}" dt="2026-08-30T12:24:51.777" v="352" actId="14100"/>
          <ac:spMkLst>
            <pc:docMk/>
            <pc:sldMk cId="750874085" sldId="311"/>
            <ac:spMk id="10" creationId="{56CE01E1-C522-666C-2079-482B833E2F99}"/>
          </ac:spMkLst>
        </pc:spChg>
        <pc:picChg chg="add mod">
          <ac:chgData name="Jahnavi Reddy" userId="71d8719d3e70bd22" providerId="LiveId" clId="{CA2B9327-E066-484A-AB44-AF0C0A210F06}" dt="2026-08-29T08:17:48.985" v="34" actId="1076"/>
          <ac:picMkLst>
            <pc:docMk/>
            <pc:sldMk cId="750874085" sldId="311"/>
            <ac:picMk id="4" creationId="{D71E29ED-E588-FE86-57A1-01A30CDE4D62}"/>
          </ac:picMkLst>
        </pc:picChg>
        <pc:picChg chg="del">
          <ac:chgData name="Jahnavi Reddy" userId="71d8719d3e70bd22" providerId="LiveId" clId="{CA2B9327-E066-484A-AB44-AF0C0A210F06}" dt="2026-08-29T08:17:33.926" v="28" actId="478"/>
          <ac:picMkLst>
            <pc:docMk/>
            <pc:sldMk cId="750874085" sldId="311"/>
            <ac:picMk id="11" creationId="{3C156FC2-3943-2943-8BBB-9D54C29403E7}"/>
          </ac:picMkLst>
        </pc:picChg>
      </pc:sldChg>
      <pc:sldChg chg="addSp delSp modSp mod">
        <pc:chgData name="Jahnavi Reddy" userId="71d8719d3e70bd22" providerId="LiveId" clId="{CA2B9327-E066-484A-AB44-AF0C0A210F06}" dt="2026-08-30T12:32:48.841" v="434" actId="1076"/>
        <pc:sldMkLst>
          <pc:docMk/>
          <pc:sldMk cId="1859714780" sldId="312"/>
        </pc:sldMkLst>
        <pc:spChg chg="add mod">
          <ac:chgData name="Jahnavi Reddy" userId="71d8719d3e70bd22" providerId="LiveId" clId="{CA2B9327-E066-484A-AB44-AF0C0A210F06}" dt="2026-08-30T12:32:43.252" v="432" actId="1076"/>
          <ac:spMkLst>
            <pc:docMk/>
            <pc:sldMk cId="1859714780" sldId="312"/>
            <ac:spMk id="6" creationId="{8F68AEA7-4B65-7F9D-3B01-50498DEC3A7A}"/>
          </ac:spMkLst>
        </pc:spChg>
        <pc:spChg chg="del mod">
          <ac:chgData name="Jahnavi Reddy" userId="71d8719d3e70bd22" providerId="LiveId" clId="{CA2B9327-E066-484A-AB44-AF0C0A210F06}" dt="2026-08-30T12:15:12.545" v="180"/>
          <ac:spMkLst>
            <pc:docMk/>
            <pc:sldMk cId="1859714780" sldId="312"/>
            <ac:spMk id="7" creationId="{33BA5AD2-F47A-5C88-56AE-10D2ACD56823}"/>
          </ac:spMkLst>
        </pc:spChg>
        <pc:spChg chg="mod">
          <ac:chgData name="Jahnavi Reddy" userId="71d8719d3e70bd22" providerId="LiveId" clId="{CA2B9327-E066-484A-AB44-AF0C0A210F06}" dt="2026-08-30T12:15:23.684" v="183" actId="1076"/>
          <ac:spMkLst>
            <pc:docMk/>
            <pc:sldMk cId="1859714780" sldId="312"/>
            <ac:spMk id="8" creationId="{27534ACD-87C6-995D-1E86-30D4DC3D6FFC}"/>
          </ac:spMkLst>
        </pc:spChg>
        <pc:picChg chg="add mod modCrop">
          <ac:chgData name="Jahnavi Reddy" userId="71d8719d3e70bd22" providerId="LiveId" clId="{CA2B9327-E066-484A-AB44-AF0C0A210F06}" dt="2026-08-30T12:32:48.841" v="434" actId="1076"/>
          <ac:picMkLst>
            <pc:docMk/>
            <pc:sldMk cId="1859714780" sldId="312"/>
            <ac:picMk id="2" creationId="{EFC24F66-14BE-2BED-C463-3ADDEBEB7B14}"/>
          </ac:picMkLst>
        </pc:picChg>
      </pc:sldChg>
      <pc:sldChg chg="addSp delSp modSp mod ord">
        <pc:chgData name="Jahnavi Reddy" userId="71d8719d3e70bd22" providerId="LiveId" clId="{CA2B9327-E066-484A-AB44-AF0C0A210F06}" dt="2026-08-30T12:25:14.699" v="355"/>
        <pc:sldMkLst>
          <pc:docMk/>
          <pc:sldMk cId="1285328807" sldId="314"/>
        </pc:sldMkLst>
        <pc:picChg chg="add del">
          <ac:chgData name="Jahnavi Reddy" userId="71d8719d3e70bd22" providerId="LiveId" clId="{CA2B9327-E066-484A-AB44-AF0C0A210F06}" dt="2026-08-29T08:08:33.199" v="1" actId="22"/>
          <ac:picMkLst>
            <pc:docMk/>
            <pc:sldMk cId="1285328807" sldId="314"/>
            <ac:picMk id="4" creationId="{0E47C25D-B43C-241B-BE89-35B371AD80D2}"/>
          </ac:picMkLst>
        </pc:picChg>
        <pc:picChg chg="add mod modCrop">
          <ac:chgData name="Jahnavi Reddy" userId="71d8719d3e70bd22" providerId="LiveId" clId="{CA2B9327-E066-484A-AB44-AF0C0A210F06}" dt="2026-08-29T08:08:57.478" v="9" actId="1076"/>
          <ac:picMkLst>
            <pc:docMk/>
            <pc:sldMk cId="1285328807" sldId="314"/>
            <ac:picMk id="8" creationId="{DC8C7BA2-5BCB-9B87-CB83-FEB5CA3F38ED}"/>
          </ac:picMkLst>
        </pc:picChg>
        <pc:picChg chg="del">
          <ac:chgData name="Jahnavi Reddy" userId="71d8719d3e70bd22" providerId="LiveId" clId="{CA2B9327-E066-484A-AB44-AF0C0A210F06}" dt="2026-08-29T08:08:34.588" v="2" actId="478"/>
          <ac:picMkLst>
            <pc:docMk/>
            <pc:sldMk cId="1285328807" sldId="314"/>
            <ac:picMk id="10" creationId="{F31834F3-0F09-FCB1-3931-55CE72C97A9D}"/>
          </ac:picMkLst>
        </pc:picChg>
      </pc:sldChg>
      <pc:sldChg chg="addSp delSp modSp mod">
        <pc:chgData name="Jahnavi Reddy" userId="71d8719d3e70bd22" providerId="LiveId" clId="{CA2B9327-E066-484A-AB44-AF0C0A210F06}" dt="2026-08-30T12:26:02.881" v="356" actId="1076"/>
        <pc:sldMkLst>
          <pc:docMk/>
          <pc:sldMk cId="330518218" sldId="315"/>
        </pc:sldMkLst>
        <pc:spChg chg="add del">
          <ac:chgData name="Jahnavi Reddy" userId="71d8719d3e70bd22" providerId="LiveId" clId="{CA2B9327-E066-484A-AB44-AF0C0A210F06}" dt="2026-08-29T08:32:30.426" v="77" actId="22"/>
          <ac:spMkLst>
            <pc:docMk/>
            <pc:sldMk cId="330518218" sldId="315"/>
            <ac:spMk id="4" creationId="{B11BB606-E6FC-4552-0557-A4ACAE28185B}"/>
          </ac:spMkLst>
        </pc:spChg>
        <pc:spChg chg="mod">
          <ac:chgData name="Jahnavi Reddy" userId="71d8719d3e70bd22" providerId="LiveId" clId="{CA2B9327-E066-484A-AB44-AF0C0A210F06}" dt="2026-08-30T12:26:02.881" v="356" actId="1076"/>
          <ac:spMkLst>
            <pc:docMk/>
            <pc:sldMk cId="330518218" sldId="315"/>
            <ac:spMk id="6" creationId="{6831ABF9-8730-547E-3BC8-15511231F5C4}"/>
          </ac:spMkLst>
        </pc:spChg>
        <pc:spChg chg="mod">
          <ac:chgData name="Jahnavi Reddy" userId="71d8719d3e70bd22" providerId="LiveId" clId="{CA2B9327-E066-484A-AB44-AF0C0A210F06}" dt="2026-08-29T08:33:33.179" v="90" actId="1076"/>
          <ac:spMkLst>
            <pc:docMk/>
            <pc:sldMk cId="330518218" sldId="315"/>
            <ac:spMk id="8" creationId="{15AFB8E4-ACCA-4F7E-E0E9-8EC4844B21E4}"/>
          </ac:spMkLst>
        </pc:spChg>
        <pc:spChg chg="add del">
          <ac:chgData name="Jahnavi Reddy" userId="71d8719d3e70bd22" providerId="LiveId" clId="{CA2B9327-E066-484A-AB44-AF0C0A210F06}" dt="2026-08-29T08:32:43.068" v="79" actId="22"/>
          <ac:spMkLst>
            <pc:docMk/>
            <pc:sldMk cId="330518218" sldId="315"/>
            <ac:spMk id="9" creationId="{15711010-8F2B-6D0F-155C-1F06CEB07004}"/>
          </ac:spMkLst>
        </pc:spChg>
        <pc:picChg chg="add mod modCrop">
          <ac:chgData name="Jahnavi Reddy" userId="71d8719d3e70bd22" providerId="LiveId" clId="{CA2B9327-E066-484A-AB44-AF0C0A210F06}" dt="2026-08-29T08:33:51.946" v="93" actId="14100"/>
          <ac:picMkLst>
            <pc:docMk/>
            <pc:sldMk cId="330518218" sldId="315"/>
            <ac:picMk id="11" creationId="{FB2BE57D-57B9-026F-853E-A285C8152946}"/>
          </ac:picMkLst>
        </pc:picChg>
      </pc:sldChg>
      <pc:sldChg chg="addSp delSp modSp add mod">
        <pc:chgData name="Jahnavi Reddy" userId="71d8719d3e70bd22" providerId="LiveId" clId="{CA2B9327-E066-484A-AB44-AF0C0A210F06}" dt="2026-08-29T08:21:33.799" v="74" actId="1076"/>
        <pc:sldMkLst>
          <pc:docMk/>
          <pc:sldMk cId="1443232500" sldId="316"/>
        </pc:sldMkLst>
        <pc:spChg chg="add mod">
          <ac:chgData name="Jahnavi Reddy" userId="71d8719d3e70bd22" providerId="LiveId" clId="{CA2B9327-E066-484A-AB44-AF0C0A210F06}" dt="2026-08-29T08:18:57.209" v="59" actId="1076"/>
          <ac:spMkLst>
            <pc:docMk/>
            <pc:sldMk cId="1443232500" sldId="316"/>
            <ac:spMk id="4" creationId="{722DB957-D33D-29BE-1B88-4D152B85B72F}"/>
          </ac:spMkLst>
        </pc:spChg>
        <pc:spChg chg="del">
          <ac:chgData name="Jahnavi Reddy" userId="71d8719d3e70bd22" providerId="LiveId" clId="{CA2B9327-E066-484A-AB44-AF0C0A210F06}" dt="2026-08-29T08:18:04.472" v="36" actId="478"/>
          <ac:spMkLst>
            <pc:docMk/>
            <pc:sldMk cId="1443232500" sldId="316"/>
            <ac:spMk id="6" creationId="{D50EFD72-46C3-A2B7-D8B3-B9919799FB4E}"/>
          </ac:spMkLst>
        </pc:spChg>
        <pc:picChg chg="del">
          <ac:chgData name="Jahnavi Reddy" userId="71d8719d3e70bd22" providerId="LiveId" clId="{CA2B9327-E066-484A-AB44-AF0C0A210F06}" dt="2026-08-29T08:18:07.536" v="37" actId="478"/>
          <ac:picMkLst>
            <pc:docMk/>
            <pc:sldMk cId="1443232500" sldId="316"/>
            <ac:picMk id="8" creationId="{CC862273-912A-CE65-822C-C1D17D78F199}"/>
          </ac:picMkLst>
        </pc:picChg>
        <pc:picChg chg="add mod">
          <ac:chgData name="Jahnavi Reddy" userId="71d8719d3e70bd22" providerId="LiveId" clId="{CA2B9327-E066-484A-AB44-AF0C0A210F06}" dt="2026-08-29T08:20:04.193" v="67" actId="1076"/>
          <ac:picMkLst>
            <pc:docMk/>
            <pc:sldMk cId="1443232500" sldId="316"/>
            <ac:picMk id="9" creationId="{48AECBD0-1826-D04E-9C7A-D0F4EB1E596F}"/>
          </ac:picMkLst>
        </pc:picChg>
        <pc:picChg chg="add mod">
          <ac:chgData name="Jahnavi Reddy" userId="71d8719d3e70bd22" providerId="LiveId" clId="{CA2B9327-E066-484A-AB44-AF0C0A210F06}" dt="2026-08-29T08:21:33.799" v="74" actId="1076"/>
          <ac:picMkLst>
            <pc:docMk/>
            <pc:sldMk cId="1443232500" sldId="316"/>
            <ac:picMk id="11" creationId="{95699C93-B97C-A773-2B75-FB3BE8350E9E}"/>
          </ac:picMkLst>
        </pc:picChg>
      </pc:sldChg>
      <pc:sldChg chg="addSp delSp modSp add mod">
        <pc:chgData name="Jahnavi Reddy" userId="71d8719d3e70bd22" providerId="LiveId" clId="{CA2B9327-E066-484A-AB44-AF0C0A210F06}" dt="2026-08-30T12:30:23.598" v="417" actId="1076"/>
        <pc:sldMkLst>
          <pc:docMk/>
          <pc:sldMk cId="655890598" sldId="317"/>
        </pc:sldMkLst>
        <pc:spChg chg="mod">
          <ac:chgData name="Jahnavi Reddy" userId="71d8719d3e70bd22" providerId="LiveId" clId="{CA2B9327-E066-484A-AB44-AF0C0A210F06}" dt="2026-08-30T12:26:52.323" v="385" actId="404"/>
          <ac:spMkLst>
            <pc:docMk/>
            <pc:sldMk cId="655890598" sldId="317"/>
            <ac:spMk id="4" creationId="{ADEE0154-9F23-3890-D87A-2C5AFD825506}"/>
          </ac:spMkLst>
        </pc:spChg>
        <pc:spChg chg="add mod">
          <ac:chgData name="Jahnavi Reddy" userId="71d8719d3e70bd22" providerId="LiveId" clId="{CA2B9327-E066-484A-AB44-AF0C0A210F06}" dt="2026-08-30T12:30:04.632" v="411" actId="1076"/>
          <ac:spMkLst>
            <pc:docMk/>
            <pc:sldMk cId="655890598" sldId="317"/>
            <ac:spMk id="6" creationId="{79FB617D-D4CE-5D09-5E68-184BA032B89D}"/>
          </ac:spMkLst>
        </pc:spChg>
        <pc:picChg chg="add mod">
          <ac:chgData name="Jahnavi Reddy" userId="71d8719d3e70bd22" providerId="LiveId" clId="{CA2B9327-E066-484A-AB44-AF0C0A210F06}" dt="2026-08-30T12:30:23.598" v="417" actId="1076"/>
          <ac:picMkLst>
            <pc:docMk/>
            <pc:sldMk cId="655890598" sldId="317"/>
            <ac:picMk id="7" creationId="{58F37853-CC07-2314-D392-926435EEF0C7}"/>
          </ac:picMkLst>
        </pc:picChg>
        <pc:picChg chg="del">
          <ac:chgData name="Jahnavi Reddy" userId="71d8719d3e70bd22" providerId="LiveId" clId="{CA2B9327-E066-484A-AB44-AF0C0A210F06}" dt="2026-08-30T12:26:55.708" v="386" actId="478"/>
          <ac:picMkLst>
            <pc:docMk/>
            <pc:sldMk cId="655890598" sldId="317"/>
            <ac:picMk id="9" creationId="{4527F60F-B9F1-9022-646D-3BE17A14491B}"/>
          </ac:picMkLst>
        </pc:picChg>
        <pc:picChg chg="del">
          <ac:chgData name="Jahnavi Reddy" userId="71d8719d3e70bd22" providerId="LiveId" clId="{CA2B9327-E066-484A-AB44-AF0C0A210F06}" dt="2026-08-30T12:26:57.003" v="387" actId="478"/>
          <ac:picMkLst>
            <pc:docMk/>
            <pc:sldMk cId="655890598" sldId="317"/>
            <ac:picMk id="11" creationId="{EEE6168B-4178-EEC9-C739-3B7060D76409}"/>
          </ac:picMkLst>
        </pc:picChg>
      </pc:sldChg>
      <pc:sldChg chg="add del">
        <pc:chgData name="Jahnavi Reddy" userId="71d8719d3e70bd22" providerId="LiveId" clId="{CA2B9327-E066-484A-AB44-AF0C0A210F06}" dt="2026-08-29T08:18:23.994" v="41"/>
        <pc:sldMkLst>
          <pc:docMk/>
          <pc:sldMk cId="983496425" sldId="317"/>
        </pc:sldMkLst>
      </pc:sldChg>
      <pc:sldChg chg="add del">
        <pc:chgData name="Jahnavi Reddy" userId="71d8719d3e70bd22" providerId="LiveId" clId="{CA2B9327-E066-484A-AB44-AF0C0A210F06}" dt="2026-08-29T08:18:13.237" v="39"/>
        <pc:sldMkLst>
          <pc:docMk/>
          <pc:sldMk cId="2115124540" sldId="317"/>
        </pc:sldMkLst>
      </pc:sldChg>
      <pc:sldChg chg="addSp delSp modSp add mod">
        <pc:chgData name="Jahnavi Reddy" userId="71d8719d3e70bd22" providerId="LiveId" clId="{CA2B9327-E066-484A-AB44-AF0C0A210F06}" dt="2026-08-30T12:35:55.985" v="486" actId="1076"/>
        <pc:sldMkLst>
          <pc:docMk/>
          <pc:sldMk cId="3026935454" sldId="318"/>
        </pc:sldMkLst>
        <pc:spChg chg="add mod">
          <ac:chgData name="Jahnavi Reddy" userId="71d8719d3e70bd22" providerId="LiveId" clId="{CA2B9327-E066-484A-AB44-AF0C0A210F06}" dt="2026-08-30T12:35:22.919" v="474" actId="1076"/>
          <ac:spMkLst>
            <pc:docMk/>
            <pc:sldMk cId="3026935454" sldId="318"/>
            <ac:spMk id="4" creationId="{3E5EFC22-196C-6C35-5A7B-69AB87B959FC}"/>
          </ac:spMkLst>
        </pc:spChg>
        <pc:spChg chg="del">
          <ac:chgData name="Jahnavi Reddy" userId="71d8719d3e70bd22" providerId="LiveId" clId="{CA2B9327-E066-484A-AB44-AF0C0A210F06}" dt="2026-08-30T12:33:24.235" v="436" actId="478"/>
          <ac:spMkLst>
            <pc:docMk/>
            <pc:sldMk cId="3026935454" sldId="318"/>
            <ac:spMk id="6" creationId="{C1F270AB-3990-4768-B075-CA6FCFE35465}"/>
          </ac:spMkLst>
        </pc:spChg>
        <pc:spChg chg="del">
          <ac:chgData name="Jahnavi Reddy" userId="71d8719d3e70bd22" providerId="LiveId" clId="{CA2B9327-E066-484A-AB44-AF0C0A210F06}" dt="2026-08-30T12:33:27.350" v="437" actId="478"/>
          <ac:spMkLst>
            <pc:docMk/>
            <pc:sldMk cId="3026935454" sldId="318"/>
            <ac:spMk id="8" creationId="{F85A395F-6872-7E47-4071-747C6BBFCC74}"/>
          </ac:spMkLst>
        </pc:spChg>
        <pc:spChg chg="add mod">
          <ac:chgData name="Jahnavi Reddy" userId="71d8719d3e70bd22" providerId="LiveId" clId="{CA2B9327-E066-484A-AB44-AF0C0A210F06}" dt="2026-08-30T12:35:55.985" v="486" actId="1076"/>
          <ac:spMkLst>
            <pc:docMk/>
            <pc:sldMk cId="3026935454" sldId="318"/>
            <ac:spMk id="9" creationId="{6EC347A0-639F-AC39-8839-CD77F4D61C3D}"/>
          </ac:spMkLst>
        </pc:spChg>
        <pc:picChg chg="del">
          <ac:chgData name="Jahnavi Reddy" userId="71d8719d3e70bd22" providerId="LiveId" clId="{CA2B9327-E066-484A-AB44-AF0C0A210F06}" dt="2026-08-30T12:33:29.468" v="438" actId="478"/>
          <ac:picMkLst>
            <pc:docMk/>
            <pc:sldMk cId="3026935454" sldId="318"/>
            <ac:picMk id="11" creationId="{D72BFB86-5D61-C122-267F-69AE2A9505E5}"/>
          </ac:picMkLst>
        </pc:picChg>
      </pc:sldChg>
    </pc:docChg>
  </pc:docChgLst>
  <pc:docChgLst>
    <pc:chgData name="neehakurugutlapalli@outlook.com" userId="114d0f0ae47268a2" providerId="LiveId" clId="{06A470A1-9AB3-4AEE-BC04-5A7BC57C5F7A}"/>
    <pc:docChg chg="undo custSel addSld modSld">
      <pc:chgData name="neehakurugutlapalli@outlook.com" userId="114d0f0ae47268a2" providerId="LiveId" clId="{06A470A1-9AB3-4AEE-BC04-5A7BC57C5F7A}" dt="2026-08-27T04:26:29.201" v="316" actId="113"/>
      <pc:docMkLst>
        <pc:docMk/>
      </pc:docMkLst>
      <pc:sldChg chg="modSp mod">
        <pc:chgData name="neehakurugutlapalli@outlook.com" userId="114d0f0ae47268a2" providerId="LiveId" clId="{06A470A1-9AB3-4AEE-BC04-5A7BC57C5F7A}" dt="2026-08-27T04:26:29.201" v="316" actId="113"/>
        <pc:sldMkLst>
          <pc:docMk/>
          <pc:sldMk cId="0" sldId="259"/>
        </pc:sldMkLst>
        <pc:spChg chg="mod">
          <ac:chgData name="neehakurugutlapalli@outlook.com" userId="114d0f0ae47268a2" providerId="LiveId" clId="{06A470A1-9AB3-4AEE-BC04-5A7BC57C5F7A}" dt="2026-08-27T04:26:29.201" v="316" actId="113"/>
          <ac:spMkLst>
            <pc:docMk/>
            <pc:sldMk cId="0" sldId="259"/>
            <ac:spMk id="7" creationId="{00000000-0000-0000-0000-000000000000}"/>
          </ac:spMkLst>
        </pc:spChg>
      </pc:sldChg>
      <pc:sldChg chg="addSp modSp mod">
        <pc:chgData name="neehakurugutlapalli@outlook.com" userId="114d0f0ae47268a2" providerId="LiveId" clId="{06A470A1-9AB3-4AEE-BC04-5A7BC57C5F7A}" dt="2026-08-27T04:17:08.133" v="246" actId="123"/>
        <pc:sldMkLst>
          <pc:docMk/>
          <pc:sldMk cId="1859714780" sldId="312"/>
        </pc:sldMkLst>
        <pc:spChg chg="add mod">
          <ac:chgData name="neehakurugutlapalli@outlook.com" userId="114d0f0ae47268a2" providerId="LiveId" clId="{06A470A1-9AB3-4AEE-BC04-5A7BC57C5F7A}" dt="2026-08-27T03:53:33.680" v="231" actId="113"/>
          <ac:spMkLst>
            <pc:docMk/>
            <pc:sldMk cId="1859714780" sldId="312"/>
            <ac:spMk id="8" creationId="{27534ACD-87C6-995D-1E86-30D4DC3D6FFC}"/>
          </ac:spMkLst>
        </pc:spChg>
        <pc:picChg chg="add">
          <ac:chgData name="neehakurugutlapalli@outlook.com" userId="114d0f0ae47268a2" providerId="LiveId" clId="{06A470A1-9AB3-4AEE-BC04-5A7BC57C5F7A}" dt="2026-08-27T03:51:19.921" v="205" actId="22"/>
          <ac:picMkLst>
            <pc:docMk/>
            <pc:sldMk cId="1859714780" sldId="312"/>
            <ac:picMk id="3" creationId="{61C94C8A-402B-B3C0-D15F-28404D68E64E}"/>
          </ac:picMkLst>
        </pc:picChg>
        <pc:picChg chg="add">
          <ac:chgData name="neehakurugutlapalli@outlook.com" userId="114d0f0ae47268a2" providerId="LiveId" clId="{06A470A1-9AB3-4AEE-BC04-5A7BC57C5F7A}" dt="2026-08-27T03:51:27.715" v="206" actId="22"/>
          <ac:picMkLst>
            <pc:docMk/>
            <pc:sldMk cId="1859714780" sldId="312"/>
            <ac:picMk id="5" creationId="{26459D69-1DDD-BDA8-3BCA-0B66A01DECB8}"/>
          </ac:picMkLst>
        </pc:picChg>
      </pc:sldChg>
      <pc:sldChg chg="addSp delSp modSp new mod">
        <pc:chgData name="neehakurugutlapalli@outlook.com" userId="114d0f0ae47268a2" providerId="LiveId" clId="{06A470A1-9AB3-4AEE-BC04-5A7BC57C5F7A}" dt="2026-08-27T04:16:24.942" v="242" actId="20577"/>
        <pc:sldMkLst>
          <pc:docMk/>
          <pc:sldMk cId="3856964107" sldId="313"/>
        </pc:sldMkLst>
        <pc:spChg chg="add mod">
          <ac:chgData name="neehakurugutlapalli@outlook.com" userId="114d0f0ae47268a2" providerId="LiveId" clId="{06A470A1-9AB3-4AEE-BC04-5A7BC57C5F7A}" dt="2026-08-27T03:35:56.098" v="51" actId="14100"/>
          <ac:spMkLst>
            <pc:docMk/>
            <pc:sldMk cId="3856964107" sldId="313"/>
            <ac:spMk id="7" creationId="{AAE93871-1D60-6062-9823-598BDFF286DC}"/>
          </ac:spMkLst>
        </pc:spChg>
        <pc:graphicFrameChg chg="add mod modGraphic">
          <ac:chgData name="neehakurugutlapalli@outlook.com" userId="114d0f0ae47268a2" providerId="LiveId" clId="{06A470A1-9AB3-4AEE-BC04-5A7BC57C5F7A}" dt="2026-08-27T04:16:24.942" v="242" actId="20577"/>
          <ac:graphicFrameMkLst>
            <pc:docMk/>
            <pc:sldMk cId="3856964107" sldId="313"/>
            <ac:graphicFrameMk id="16" creationId="{4E43199D-3684-B78C-243D-4DC20E6DCECB}"/>
          </ac:graphicFrameMkLst>
        </pc:graphicFrameChg>
        <pc:picChg chg="add">
          <ac:chgData name="neehakurugutlapalli@outlook.com" userId="114d0f0ae47268a2" providerId="LiveId" clId="{06A470A1-9AB3-4AEE-BC04-5A7BC57C5F7A}" dt="2026-08-27T03:31:48.366" v="1" actId="22"/>
          <ac:picMkLst>
            <pc:docMk/>
            <pc:sldMk cId="3856964107" sldId="313"/>
            <ac:picMk id="3" creationId="{43163CDE-B1A8-3D82-644B-5B1415EDDBBE}"/>
          </ac:picMkLst>
        </pc:picChg>
        <pc:picChg chg="add">
          <ac:chgData name="neehakurugutlapalli@outlook.com" userId="114d0f0ae47268a2" providerId="LiveId" clId="{06A470A1-9AB3-4AEE-BC04-5A7BC57C5F7A}" dt="2026-08-27T03:31:59.421" v="2" actId="22"/>
          <ac:picMkLst>
            <pc:docMk/>
            <pc:sldMk cId="3856964107" sldId="313"/>
            <ac:picMk id="5" creationId="{7C849ADA-73D4-8245-1868-061551357AF3}"/>
          </ac:picMkLst>
        </pc:picChg>
      </pc:sldChg>
      <pc:sldChg chg="addSp delSp modSp new mod">
        <pc:chgData name="neehakurugutlapalli@outlook.com" userId="114d0f0ae47268a2" providerId="LiveId" clId="{06A470A1-9AB3-4AEE-BC04-5A7BC57C5F7A}" dt="2026-08-27T04:22:24.984" v="285" actId="113"/>
        <pc:sldMkLst>
          <pc:docMk/>
          <pc:sldMk cId="1285328807" sldId="314"/>
        </pc:sldMkLst>
        <pc:spChg chg="add mod">
          <ac:chgData name="neehakurugutlapalli@outlook.com" userId="114d0f0ae47268a2" providerId="LiveId" clId="{06A470A1-9AB3-4AEE-BC04-5A7BC57C5F7A}" dt="2026-08-27T04:22:24.984" v="285" actId="113"/>
          <ac:spMkLst>
            <pc:docMk/>
            <pc:sldMk cId="1285328807" sldId="314"/>
            <ac:spMk id="6" creationId="{E4952B75-8F7C-FD0A-F323-0D89850338B8}"/>
          </ac:spMkLst>
        </pc:spChg>
        <pc:picChg chg="add">
          <ac:chgData name="neehakurugutlapalli@outlook.com" userId="114d0f0ae47268a2" providerId="LiveId" clId="{06A470A1-9AB3-4AEE-BC04-5A7BC57C5F7A}" dt="2026-08-27T04:19:54.878" v="248" actId="22"/>
          <ac:picMkLst>
            <pc:docMk/>
            <pc:sldMk cId="1285328807" sldId="314"/>
            <ac:picMk id="3" creationId="{67DC1D02-18FA-BC3A-2612-EA04E1CB025C}"/>
          </ac:picMkLst>
        </pc:picChg>
        <pc:picChg chg="add">
          <ac:chgData name="neehakurugutlapalli@outlook.com" userId="114d0f0ae47268a2" providerId="LiveId" clId="{06A470A1-9AB3-4AEE-BC04-5A7BC57C5F7A}" dt="2026-08-27T04:20:04.175" v="249" actId="22"/>
          <ac:picMkLst>
            <pc:docMk/>
            <pc:sldMk cId="1285328807" sldId="314"/>
            <ac:picMk id="5" creationId="{CDB169D1-4E17-B5D0-A9BF-E77774C59CFF}"/>
          </ac:picMkLst>
        </pc:picChg>
      </pc:sldChg>
      <pc:sldChg chg="addSp modSp new mod">
        <pc:chgData name="neehakurugutlapalli@outlook.com" userId="114d0f0ae47268a2" providerId="LiveId" clId="{06A470A1-9AB3-4AEE-BC04-5A7BC57C5F7A}" dt="2026-08-27T04:25:43.248" v="315" actId="2710"/>
        <pc:sldMkLst>
          <pc:docMk/>
          <pc:sldMk cId="330518218" sldId="315"/>
        </pc:sldMkLst>
        <pc:spChg chg="add mod">
          <ac:chgData name="neehakurugutlapalli@outlook.com" userId="114d0f0ae47268a2" providerId="LiveId" clId="{06A470A1-9AB3-4AEE-BC04-5A7BC57C5F7A}" dt="2026-08-27T04:23:47.339" v="310" actId="113"/>
          <ac:spMkLst>
            <pc:docMk/>
            <pc:sldMk cId="330518218" sldId="315"/>
            <ac:spMk id="6" creationId="{6831ABF9-8730-547E-3BC8-15511231F5C4}"/>
          </ac:spMkLst>
        </pc:spChg>
        <pc:spChg chg="add mod">
          <ac:chgData name="neehakurugutlapalli@outlook.com" userId="114d0f0ae47268a2" providerId="LiveId" clId="{06A470A1-9AB3-4AEE-BC04-5A7BC57C5F7A}" dt="2026-08-27T04:25:43.248" v="315" actId="2710"/>
          <ac:spMkLst>
            <pc:docMk/>
            <pc:sldMk cId="330518218" sldId="315"/>
            <ac:spMk id="8" creationId="{15AFB8E4-ACCA-4F7E-E0E9-8EC4844B21E4}"/>
          </ac:spMkLst>
        </pc:spChg>
        <pc:picChg chg="add">
          <ac:chgData name="neehakurugutlapalli@outlook.com" userId="114d0f0ae47268a2" providerId="LiveId" clId="{06A470A1-9AB3-4AEE-BC04-5A7BC57C5F7A}" dt="2026-08-27T04:22:53.442" v="287" actId="22"/>
          <ac:picMkLst>
            <pc:docMk/>
            <pc:sldMk cId="330518218" sldId="315"/>
            <ac:picMk id="3" creationId="{3937030D-44D3-FDF2-A77B-8543E0B23917}"/>
          </ac:picMkLst>
        </pc:picChg>
        <pc:picChg chg="add">
          <ac:chgData name="neehakurugutlapalli@outlook.com" userId="114d0f0ae47268a2" providerId="LiveId" clId="{06A470A1-9AB3-4AEE-BC04-5A7BC57C5F7A}" dt="2026-08-27T04:23:02.961" v="288" actId="22"/>
          <ac:picMkLst>
            <pc:docMk/>
            <pc:sldMk cId="330518218" sldId="315"/>
            <ac:picMk id="5" creationId="{DDD36540-2650-73ED-5327-4CA28CF074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7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94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518655"/>
            <a:ext cx="4343399" cy="15106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latin typeface="Times New Roman"/>
                <a:cs typeface="Times New Roman"/>
              </a:rPr>
              <a:t>A.JAHNAVI (192472214)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latin typeface="Times New Roman"/>
                <a:cs typeface="Times New Roman"/>
              </a:rPr>
              <a:t>K.KAVYA(192425283)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latin typeface="Times New Roman"/>
                <a:cs typeface="Times New Roman"/>
              </a:rPr>
              <a:t>K.NEEHA(192425245)</a:t>
            </a:r>
            <a:endParaRPr b="1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12413" y="2001045"/>
            <a:ext cx="11367174" cy="142795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SMART WATER DISTRIBUTION AND LEAK DETECTION MANAGEMENT SYSTEM USING MULTI AGENT REINFORCEMENT LEARNING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1134689" y="4693849"/>
            <a:ext cx="382016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dirty="0">
              <a:latin typeface="Times New Roman"/>
              <a:cs typeface="Times New Roman"/>
            </a:endParaRPr>
          </a:p>
          <a:p>
            <a:pPr marL="171450">
              <a:spcBef>
                <a:spcPts val="62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G.A.SENTHIL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591939" y="3781704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MLA0301-REINFORCEMENT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662788"/>
            <a:ext cx="7597928" cy="541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Control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system designed to monitor and optimize water distribution across multiple zones.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monitors flow rate, pressure, tank level, water demand, consumption, and water loss using simulated sensor data.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water leaks by identifying abnormal flow and pressure patterns under normal, small leak, medium leak, and major pipe-burst conditions.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Q-learning agents independently control the valves of four distribution zones and select suitable valve actions to improve network operation.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visualizes monitoring, leak detection, RL optimization, and Before-RL vs After-RL performance based on water loss, demand satisfaction, pressure stability, and network efficiency. </a:t>
            </a:r>
          </a:p>
          <a:p>
            <a:pPr lvl="0">
              <a:lnSpc>
                <a:spcPct val="150000"/>
              </a:lnSpc>
            </a:pP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CD78E6-BDE7-D62E-ABC0-7D3E97A3D0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03" r="75937" b="69145"/>
          <a:stretch>
            <a:fillRect/>
          </a:stretch>
        </p:blipFill>
        <p:spPr>
          <a:xfrm>
            <a:off x="7965673" y="2005267"/>
            <a:ext cx="4068592" cy="40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683677"/>
            <a:ext cx="6399048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water distribution simulation that monitors flow, pressure, tank level, demand, consumption, and water loss.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identify different levels of water leakage using abnormal flow and pressure patterns.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four independent Q-learning agents for intelligent control of distribution-zone valves.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valve operations by maximizing demand satisfaction and pressure stability while minimizing water loss.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visualize network performance before and after RL optimization using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dashboard and final report.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C57D64-BEB7-20CE-7FBF-AC4658BB15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966"/>
          <a:stretch>
            <a:fillRect/>
          </a:stretch>
        </p:blipFill>
        <p:spPr>
          <a:xfrm>
            <a:off x="6756399" y="1683677"/>
            <a:ext cx="5277865" cy="498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0" y="45412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2" y="1637801"/>
            <a:ext cx="7928128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urban, rural, and industrial water distribution networks.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four-zone water distribution network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reservoir, pipelines, and controllable valves.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real-time-style monitoring and visualization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network operating conditions through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scenarios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impact on water flow and pressure.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Q-learning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valve-control decisions for individual distribution zones.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effectiveness of RL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loss, demand satisfaction, pressure stability, and network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generates a final performance report.</a:t>
            </a:r>
          </a:p>
        </p:txBody>
      </p:sp>
      <p:pic>
        <p:nvPicPr>
          <p:cNvPr id="6" name="Picture 5" descr="Best Water Leakage Detection Systems | Cyber Group">
            <a:extLst>
              <a:ext uri="{FF2B5EF4-FFF2-40B4-BE49-F238E27FC236}">
                <a16:creationId xmlns:a16="http://schemas.microsoft.com/office/drawing/2014/main" id="{4B2E686D-CAEB-C52E-4A56-51509D261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184" y="2061024"/>
            <a:ext cx="4024816" cy="402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43163CDE-B1A8-3D82-644B-5B1415EDDB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C849ADA-73D4-8245-1868-061551357A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E93871-1D60-6062-9823-598BDFF286DC}"/>
              </a:ext>
            </a:extLst>
          </p:cNvPr>
          <p:cNvSpPr txBox="1"/>
          <p:nvPr/>
        </p:nvSpPr>
        <p:spPr>
          <a:xfrm>
            <a:off x="2605548" y="737419"/>
            <a:ext cx="6076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43199D-3684-B78C-243D-4DC20E6DC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62897"/>
              </p:ext>
            </p:extLst>
          </p:nvPr>
        </p:nvGraphicFramePr>
        <p:xfrm>
          <a:off x="524992" y="1732520"/>
          <a:ext cx="10856779" cy="4985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527">
                  <a:extLst>
                    <a:ext uri="{9D8B030D-6E8A-4147-A177-3AD203B41FA5}">
                      <a16:colId xmlns:a16="http://schemas.microsoft.com/office/drawing/2014/main" val="1252824082"/>
                    </a:ext>
                  </a:extLst>
                </a:gridCol>
                <a:gridCol w="2661095">
                  <a:extLst>
                    <a:ext uri="{9D8B030D-6E8A-4147-A177-3AD203B41FA5}">
                      <a16:colId xmlns:a16="http://schemas.microsoft.com/office/drawing/2014/main" val="463518078"/>
                    </a:ext>
                  </a:extLst>
                </a:gridCol>
                <a:gridCol w="1903180">
                  <a:extLst>
                    <a:ext uri="{9D8B030D-6E8A-4147-A177-3AD203B41FA5}">
                      <a16:colId xmlns:a16="http://schemas.microsoft.com/office/drawing/2014/main" val="1411459640"/>
                    </a:ext>
                  </a:extLst>
                </a:gridCol>
                <a:gridCol w="2504685">
                  <a:extLst>
                    <a:ext uri="{9D8B030D-6E8A-4147-A177-3AD203B41FA5}">
                      <a16:colId xmlns:a16="http://schemas.microsoft.com/office/drawing/2014/main" val="146771771"/>
                    </a:ext>
                  </a:extLst>
                </a:gridCol>
                <a:gridCol w="2958292">
                  <a:extLst>
                    <a:ext uri="{9D8B030D-6E8A-4147-A177-3AD203B41FA5}">
                      <a16:colId xmlns:a16="http://schemas.microsoft.com/office/drawing/2014/main" val="1232285923"/>
                    </a:ext>
                  </a:extLst>
                </a:gridCol>
              </a:tblGrid>
              <a:tr h="47638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873050"/>
                  </a:ext>
                </a:extLst>
              </a:tr>
              <a:tr h="11101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Mounce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Leak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techniques can identify abnormal flow and pressure patterns associated with water leakage.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69612"/>
                  </a:ext>
                </a:extLst>
              </a:tr>
              <a:tr h="9428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Romano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Water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and Sensor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sensors improve monitoring of water flow,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849727"/>
                  </a:ext>
                </a:extLst>
              </a:tr>
              <a:tr h="11101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Adedeji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 Fault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methods can detect pipeline abnormalities and support predictive maintenance.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750176"/>
                  </a:ext>
                </a:extLst>
              </a:tr>
              <a:tr h="111011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Distribution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 can optimize pump and valve operations while maintaining suitable pressure and reducing energy usage.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4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96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67DC1D02-18FA-BC3A-2612-EA04E1CB02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DB169D1-4E17-B5D0-A9BF-E77774C59C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952B75-8F7C-FD0A-F323-0D89850338B8}"/>
              </a:ext>
            </a:extLst>
          </p:cNvPr>
          <p:cNvSpPr txBox="1"/>
          <p:nvPr/>
        </p:nvSpPr>
        <p:spPr>
          <a:xfrm>
            <a:off x="2187615" y="740780"/>
            <a:ext cx="7211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C7BA2-5BCB-9B87-CB83-FEB5CA3F38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43"/>
          <a:stretch>
            <a:fillRect/>
          </a:stretch>
        </p:blipFill>
        <p:spPr>
          <a:xfrm>
            <a:off x="1910080" y="1671840"/>
            <a:ext cx="8059420" cy="491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2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6C3F2A12-E16F-519B-3927-84EFA653D7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7770300-15E2-8463-A00B-4F8B23459D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163497-047F-7A50-CDD9-8506105D34F5}"/>
              </a:ext>
            </a:extLst>
          </p:cNvPr>
          <p:cNvSpPr txBox="1"/>
          <p:nvPr/>
        </p:nvSpPr>
        <p:spPr>
          <a:xfrm>
            <a:off x="1628574" y="599803"/>
            <a:ext cx="89073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Water Distribution Monitoring and Data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D4992-D675-4B65-BA9C-8F4987E032E1}"/>
              </a:ext>
            </a:extLst>
          </p:cNvPr>
          <p:cNvSpPr txBox="1"/>
          <p:nvPr/>
        </p:nvSpPr>
        <p:spPr>
          <a:xfrm>
            <a:off x="524992" y="1942700"/>
            <a:ext cx="664895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a four-zone water distribution network consisting of a reservoir, pipelines, and controllable valves.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manages network parameters such as flow rate, pressure, tank level, water demand, consumption, and water loss.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time-varying operational data to represent changing water demand and network conditions.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network continuously to identify normal and abnormal operating conditions.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real-time-style visualization of the collected data through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further leak detection and RL-based optimization.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253B5-4802-C105-5F7D-63FCFFE32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793" r="17192"/>
          <a:stretch>
            <a:fillRect/>
          </a:stretch>
        </p:blipFill>
        <p:spPr>
          <a:xfrm>
            <a:off x="7173942" y="2527387"/>
            <a:ext cx="4493066" cy="31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2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>
            <a:extLst>
              <a:ext uri="{FF2B5EF4-FFF2-40B4-BE49-F238E27FC236}">
                <a16:creationId xmlns:a16="http://schemas.microsoft.com/office/drawing/2014/main" id="{E3EF25C9-E918-3C76-C32A-5380608DBC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8D64C875-B0D8-9EEB-990D-ADC860443A4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9A9118-095D-7EE6-A8FA-47F2D875A0CE}"/>
              </a:ext>
            </a:extLst>
          </p:cNvPr>
          <p:cNvSpPr txBox="1"/>
          <p:nvPr/>
        </p:nvSpPr>
        <p:spPr>
          <a:xfrm>
            <a:off x="1076783" y="457322"/>
            <a:ext cx="99769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Leak Detection and Fault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512948-64EE-A175-AF49-4519CE3933A4}"/>
              </a:ext>
            </a:extLst>
          </p:cNvPr>
          <p:cNvSpPr txBox="1"/>
          <p:nvPr/>
        </p:nvSpPr>
        <p:spPr>
          <a:xfrm>
            <a:off x="309716" y="1800219"/>
            <a:ext cx="5918363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different network conditions: Normal Operation, Small Leak, Medium Leak, and Major Pipe Burst.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abnormal flow rate and pressure variations to identify leakage.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leakage loss and pressure drop for the affected zone.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leak severity and detection confidence based on the simulated conditions.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recommended corrective action, such as reducing the affected zone valve and rebalancing water supply.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C89BD-2A46-2621-9CF4-F5B86A5F3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557" y="1950721"/>
            <a:ext cx="5361002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2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4F18DEB5-E91D-9EF3-54B9-769328B53E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3F20281-E97E-C9AC-BBCA-09D370D058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ECD667-E2E6-A8A5-830E-8D8FC66A7CAA}"/>
              </a:ext>
            </a:extLst>
          </p:cNvPr>
          <p:cNvSpPr txBox="1"/>
          <p:nvPr/>
        </p:nvSpPr>
        <p:spPr>
          <a:xfrm>
            <a:off x="-543560" y="368523"/>
            <a:ext cx="13096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 Reinforcement Learning-Based Water 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Optimization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E01E1-C522-666C-2079-482B833E2F99}"/>
              </a:ext>
            </a:extLst>
          </p:cNvPr>
          <p:cNvSpPr txBox="1"/>
          <p:nvPr/>
        </p:nvSpPr>
        <p:spPr>
          <a:xfrm>
            <a:off x="235974" y="1981200"/>
            <a:ext cx="609370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four independent Q-learning agents, with each agent controlling one distribution-zone valve.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observes network conditions and selects actions such as decrease, maintain, or increase valve opening.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reward function encourages water-demand satisfaction and pressure stability while penalizing water loss.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valve operation to improve overall water distribution and network efficiency.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Before-RL and After-RL performance using water loss, demand satisfaction, pressure stability, and network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E29ED-E588-FE86-57A1-01A30CDE4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77" y="2255771"/>
            <a:ext cx="5138882" cy="382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7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ECAC-B728-3D32-D776-6A01BC3D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4E344CEA-5412-26C4-2DA9-D02D9ECC60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0CA75F6-4006-23A0-728F-217731193B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DB957-D33D-29BE-1B88-4D152B85B72F}"/>
              </a:ext>
            </a:extLst>
          </p:cNvPr>
          <p:cNvSpPr txBox="1"/>
          <p:nvPr/>
        </p:nvSpPr>
        <p:spPr>
          <a:xfrm>
            <a:off x="3048000" y="5091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AECBD0-1826-D04E-9C7A-D0F4EB1E5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92" y="2162551"/>
            <a:ext cx="4361967" cy="3354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699C93-B97C-A773-2B75-FB3BE8350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120" y="2071111"/>
            <a:ext cx="6096000" cy="41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32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0F45-A827-5819-8BF2-456D7B61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6CFB403F-D6E9-7A2E-9139-B26189E5D5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B338BD8-27B7-778B-06F2-E98322FB6A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EE0154-9F23-3890-D87A-2C5AFD825506}"/>
              </a:ext>
            </a:extLst>
          </p:cNvPr>
          <p:cNvSpPr txBox="1"/>
          <p:nvPr/>
        </p:nvSpPr>
        <p:spPr>
          <a:xfrm>
            <a:off x="2692400" y="600588"/>
            <a:ext cx="699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B617D-D4CE-5D09-5E68-184BA032B89D}"/>
              </a:ext>
            </a:extLst>
          </p:cNvPr>
          <p:cNvSpPr txBox="1"/>
          <p:nvPr/>
        </p:nvSpPr>
        <p:spPr>
          <a:xfrm>
            <a:off x="270992" y="1728906"/>
            <a:ext cx="9045728" cy="512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provides real-time-style monitoring of flow rate, pressure, tank level, water demand, consumption, and water loss through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leak detection module successfully distinguishes Normal Operation, Small Leak, Medium Leak, and Major Pipe Burst based on changes in flow loss and pressure conditions.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Q-learning agents successfully generate valve-control actions for the four distribution zones to improve network operation.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evaluates the effect of RL optimization using water loss, demand satisfaction, pressure stability, and network efficiency, allowing clear Before-RL and After-RL comparison.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simulation demonstrates that RL-based valve optimization can improve water distribution performance while reducing unnecessary water loss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ipeline Management Vector Art, Icons, and Graphics for Free Download">
            <a:extLst>
              <a:ext uri="{FF2B5EF4-FFF2-40B4-BE49-F238E27FC236}">
                <a16:creationId xmlns:a16="http://schemas.microsoft.com/office/drawing/2014/main" id="{58F37853-CC07-2314-D392-926435EEF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384" y="1950720"/>
            <a:ext cx="2895273" cy="410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9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61C94C8A-402B-B3C0-D15F-28404D68E6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26459D69-1DDD-BDA8-3BCA-0B66A01DEC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534ACD-87C6-995D-1E86-30D4DC3D6FFC}"/>
              </a:ext>
            </a:extLst>
          </p:cNvPr>
          <p:cNvSpPr txBox="1"/>
          <p:nvPr/>
        </p:nvSpPr>
        <p:spPr>
          <a:xfrm>
            <a:off x="3404886" y="539925"/>
            <a:ext cx="5382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2" name="Picture 1" descr="Best Smart Water Leak Detectors for 2026: Sensors, Shutoff Systems &amp;  Whole-Home Protection - Grus.io">
            <a:extLst>
              <a:ext uri="{FF2B5EF4-FFF2-40B4-BE49-F238E27FC236}">
                <a16:creationId xmlns:a16="http://schemas.microsoft.com/office/drawing/2014/main" id="{EFC24F66-14BE-2BED-C463-3ADDEBEB7B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805"/>
          <a:stretch>
            <a:fillRect/>
          </a:stretch>
        </p:blipFill>
        <p:spPr>
          <a:xfrm>
            <a:off x="7929665" y="1869440"/>
            <a:ext cx="3974653" cy="4632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8AEA7-4B65-7F9D-3B01-50498DEC3A7A}"/>
              </a:ext>
            </a:extLst>
          </p:cNvPr>
          <p:cNvSpPr txBox="1"/>
          <p:nvPr/>
        </p:nvSpPr>
        <p:spPr>
          <a:xfrm>
            <a:off x="489217" y="1720544"/>
            <a:ext cx="7440448" cy="5027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Water Control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water-network monitoring, leak detection, and reinforcement-learning-based valve optimization into a single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monitors important parameters such as flow, pressure, tank level, demand, consumption, and water loss under changing simulated network conditions.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leak scenarios—normal operation, small leak, medium leak, and major pipe burst—produce different flow-loss and pressure-abnormality patterns for fault analysis.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Q-learning agents provide zone-level valve-control decisions, with the reward function encouraging demand satisfaction and pressure stability while reducing water loss.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Before-RL and After-RL comparison provides a measurable evaluation of water loss, demand satisfaction, pressure stability, and network efficiency. </a:t>
            </a:r>
          </a:p>
        </p:txBody>
      </p:sp>
    </p:spTree>
    <p:extLst>
      <p:ext uri="{BB962C8B-B14F-4D97-AF65-F5344CB8AC3E}">
        <p14:creationId xmlns:p14="http://schemas.microsoft.com/office/powerpoint/2010/main" val="185971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3937030D-44D3-FDF2-A77B-8543E0B239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DD36540-2650-73ED-5327-4CA28CF074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1ABF9-8730-547E-3BC8-15511231F5C4}"/>
              </a:ext>
            </a:extLst>
          </p:cNvPr>
          <p:cNvSpPr txBox="1"/>
          <p:nvPr/>
        </p:nvSpPr>
        <p:spPr>
          <a:xfrm>
            <a:off x="3676891" y="539925"/>
            <a:ext cx="4838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FB8E4-ACCA-4F7E-E0E9-8EC4844B21E4}"/>
              </a:ext>
            </a:extLst>
          </p:cNvPr>
          <p:cNvSpPr txBox="1"/>
          <p:nvPr/>
        </p:nvSpPr>
        <p:spPr>
          <a:xfrm>
            <a:off x="524992" y="1630170"/>
            <a:ext cx="5987568" cy="503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IoT 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high-accuracy, low-power sensors for continuous water flow and pressure monitoring.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Edge Computing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faster data processing, real-time monitoring, and scalable storage.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AI/ML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Improve early leak prediction and fault detection using deep learning and time-series models.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Multi-Agent 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Deploy more intelligent agents to manage large city-wide water distribution networks.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 water demand and optimize supply, pressure, and pump operations</a:t>
            </a:r>
            <a:r>
              <a:rPr lang="en-IN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2BE57D-57B9-026F-853E-A285C81529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270"/>
          <a:stretch>
            <a:fillRect/>
          </a:stretch>
        </p:blipFill>
        <p:spPr>
          <a:xfrm>
            <a:off x="6654487" y="1798320"/>
            <a:ext cx="5303587" cy="459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3DF9-8E77-4E70-DED9-0DFAD2BF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2826692C-E818-625E-48F0-C72243D341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0713E58-60D5-7EF0-FB2A-BF8A1538B5E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5EFC22-196C-6C35-5A7B-69AB87B959FC}"/>
              </a:ext>
            </a:extLst>
          </p:cNvPr>
          <p:cNvSpPr txBox="1"/>
          <p:nvPr/>
        </p:nvSpPr>
        <p:spPr>
          <a:xfrm>
            <a:off x="524992" y="1212492"/>
            <a:ext cx="11490960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Javed, A., Wu, W., Sun, Q., &amp; Dai, Z. (2025). </a:t>
            </a:r>
            <a:r>
              <a:rPr lang="en-IN" i="1" dirty="0"/>
              <a:t>Leak Management in Water Distribution Networks Through Deep Reinforcement Learning: A Review.</a:t>
            </a:r>
            <a:r>
              <a:rPr lang="en-IN" dirty="0"/>
              <a:t> Water, 17(13), 1928.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 err="1"/>
              <a:t>Taloma</a:t>
            </a:r>
            <a:r>
              <a:rPr lang="en-IN" dirty="0"/>
              <a:t>, R. J. L., Cuomo, F., </a:t>
            </a:r>
            <a:r>
              <a:rPr lang="en-IN" dirty="0" err="1"/>
              <a:t>Comminiello</a:t>
            </a:r>
            <a:r>
              <a:rPr lang="en-IN" dirty="0"/>
              <a:t>, D., et al. (2025). </a:t>
            </a:r>
            <a:r>
              <a:rPr lang="en-IN" i="1" dirty="0"/>
              <a:t>Machine Learning for Smart Water Distribution Systems: Exploring Applications, Challenges and Future Perspectives.</a:t>
            </a:r>
            <a:r>
              <a:rPr lang="en-IN" dirty="0"/>
              <a:t> Artificial Intelligence Review, 58, 120.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Gaurav &amp; Rathi, S. (2025). </a:t>
            </a:r>
            <a:r>
              <a:rPr lang="en-IN" i="1" dirty="0"/>
              <a:t>Machine Learning-Based Leakage Identification in Water Distribution System.</a:t>
            </a:r>
            <a:r>
              <a:rPr lang="en-IN" dirty="0"/>
              <a:t> Water and Environment Journal. DOI: 10.1111/wej.12970.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Liu, R., Zayed, T., &amp; Xiao, R. (2024). </a:t>
            </a:r>
            <a:r>
              <a:rPr lang="en-IN" i="1" dirty="0"/>
              <a:t>Contrastive Learning Method for Leak Detection in Water Distribution Networks.</a:t>
            </a:r>
            <a:r>
              <a:rPr lang="en-IN" dirty="0"/>
              <a:t> </a:t>
            </a:r>
            <a:r>
              <a:rPr lang="en-IN" dirty="0" err="1"/>
              <a:t>npj</a:t>
            </a:r>
            <a:r>
              <a:rPr lang="en-IN" dirty="0"/>
              <a:t> Clean Water, 7, 118.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 err="1"/>
              <a:t>Tsiami</a:t>
            </a:r>
            <a:r>
              <a:rPr lang="en-IN" dirty="0"/>
              <a:t>, L., </a:t>
            </a:r>
            <a:r>
              <a:rPr lang="en-IN" dirty="0" err="1"/>
              <a:t>Makropoulos</a:t>
            </a:r>
            <a:r>
              <a:rPr lang="en-IN" dirty="0"/>
              <a:t>, C., &amp; Savic, D. (2024). </a:t>
            </a:r>
            <a:r>
              <a:rPr lang="en-IN" i="1" dirty="0"/>
              <a:t>Staged Design of Water Distribution Networks: A Reinforcement Learning Approach.</a:t>
            </a:r>
            <a:r>
              <a:rPr lang="en-IN" dirty="0"/>
              <a:t> Engineering Proceedings, 69(1), 111.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Negm, A., </a:t>
            </a:r>
            <a:r>
              <a:rPr lang="en-IN" dirty="0" err="1"/>
              <a:t>Aggidis</a:t>
            </a:r>
            <a:r>
              <a:rPr lang="en-IN" dirty="0"/>
              <a:t>, G., &amp; Ma, X. (2024). </a:t>
            </a:r>
            <a:r>
              <a:rPr lang="en-IN" i="1" dirty="0"/>
              <a:t>Water Pressure Optimisation for Leakage Management Using Deep Reinforcement Learning.</a:t>
            </a:r>
            <a:r>
              <a:rPr lang="en-IN" dirty="0"/>
              <a:t> PhD Thesis, Lancaster University.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347A0-639F-AC39-8839-CD77F4D61C3D}"/>
              </a:ext>
            </a:extLst>
          </p:cNvPr>
          <p:cNvSpPr txBox="1"/>
          <p:nvPr/>
        </p:nvSpPr>
        <p:spPr>
          <a:xfrm>
            <a:off x="4505446" y="570703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3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 Images - Free Download on Magnific (formerly Freepik)">
            <a:extLst>
              <a:ext uri="{FF2B5EF4-FFF2-40B4-BE49-F238E27FC236}">
                <a16:creationId xmlns:a16="http://schemas.microsoft.com/office/drawing/2014/main" id="{E87BF809-0DFB-9895-B450-2AEFC473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857250"/>
            <a:ext cx="11430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1318</Words>
  <Application>Microsoft Office PowerPoint</Application>
  <PresentationFormat>Widescreen</PresentationFormat>
  <Paragraphs>108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Jahnavi Reddy</cp:lastModifiedBy>
  <cp:revision>5</cp:revision>
  <dcterms:created xsi:type="dcterms:W3CDTF">2026-05-12T03:48:28Z</dcterms:created>
  <dcterms:modified xsi:type="dcterms:W3CDTF">2026-08-30T12:35:57Z</dcterms:modified>
</cp:coreProperties>
</file>